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GASGUARD v2.1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Real-Time Gas Leak Detection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 System for Industrial Refineries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SAFETY PLATFORM  ·  VERSION 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6309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994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28 Sensors Live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45720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5994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6 Refinery Units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45720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59943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Real-Time Alerts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refinery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visibility.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50292" cy="1463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" y="2103120"/>
            <a:ext cx="3744468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14016"/>
            <a:ext cx="34747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gas sensors across 6 refinery units reading PPM every 20 seconds. Automatic threshold alerting at Warning (50 ppm) and Critical (80 ppm).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2103120"/>
            <a:ext cx="50292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2252" y="2103120"/>
            <a:ext cx="3744468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Accountability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2414016"/>
            <a:ext cx="34747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logged: gas breaches, device faults, logins, acknowledgements. Operators provide documented notes — creating a complete audit trail.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0" y="2103120"/>
            <a:ext cx="50292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9892" y="2103120"/>
            <a:ext cx="3744468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Compliance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414016"/>
            <a:ext cx="34747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trend analytics, heatmaps, top-risk sensor rankings, and one-click CSV / PDF export for audit, compliance, and RCA.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3794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UNITS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794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/ 7 DAYS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52560" y="3794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INTERVAL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leaks in refineries are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until it's too late.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5029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" y="1508760"/>
            <a:ext cx="534466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Safety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5074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hydrocarbon gas accumulation leads to explosions, fires, and toxic exposure — the leading cause of industrial fatalities.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063240"/>
            <a:ext cx="5029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" y="3063240"/>
            <a:ext cx="534466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5468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Slow Response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74136"/>
            <a:ext cx="5074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rounds cannot provide continuous coverage. Hours may pass between rounds — a leak may reach critical levels.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617720"/>
            <a:ext cx="50292" cy="1417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" y="4617720"/>
            <a:ext cx="534466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0916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Compliance Burden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28616"/>
            <a:ext cx="5074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bodies require documented evidence of monitoring, incident response, and corrective actions. Paper trails are incomplete.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50292" cy="1417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3892" y="1508760"/>
            <a:ext cx="589330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00200"/>
            <a:ext cx="5623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No Cross-Site Visibility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819656"/>
            <a:ext cx="56235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refinery units with no unified view. Supervisors cannot compare conditions or identify cross-site patterns.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3063240"/>
            <a:ext cx="5029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93892" y="3063240"/>
            <a:ext cx="589330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154680"/>
            <a:ext cx="5623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Device Blind Spots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3374136"/>
            <a:ext cx="56235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failures and network disconnections in remote sensors go unnoticed — creating monitoring gaps when coverage is most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4617720"/>
            <a:ext cx="50292" cy="1417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93892" y="4617720"/>
            <a:ext cx="589330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4709160"/>
            <a:ext cx="5623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GASGUARD solves all of these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928616"/>
            <a:ext cx="56235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· Instant alerts · Device health tracking · Multi-site visibility · Automated audit trail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54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GASGUARD is built — the hardware topology, data flow, and the technology stack that powers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0" y="4114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527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FIELD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IoT mesh of gas sensors, cluster heads, and gateway nodes deployed across refinery units.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379476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28 MQ-series gas sensors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16382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22 cluster head relays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5844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7 gateway nodes (mesh root)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40050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Star + mesh hybrid topology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2527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BACKEND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51960" y="1508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51960" y="18745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server exposes a GraphQL API. Prisma ORM manages all device data, readings, events, and user records.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2651760"/>
            <a:ext cx="379476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NestJS — API 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316382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GraphQL — code-first schema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35844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Prisma 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0" y="40050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SQLite → upgradeable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0" y="1234440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12527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FRONTEND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229600" y="1508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18745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React application. Real-time polling, interactive 3D map, analytics charts, and compliance reports.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0" y="2651760"/>
            <a:ext cx="379476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Next.js 15 + React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66760" y="316382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Mapbox GL — 3D mapping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35844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Recharts — analytics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66760" y="40050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graphql-request client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+ Mesh hybrid topology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🛜  Gateway (Mesh Root)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— forms backbone mesh network. Forwards all aggregated data to the backend server.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RSSI: −30 dBm avg · Grade 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29718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Cluster Head (Relay)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558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units distributed per RU. Aggregates sensor readings over star topology, relays to gateway.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RSSI: mesh + star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45720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Sensor Node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956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MQ-series gas sensors. Reports ppm readings every 20 seconds to parent cluster head.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57150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60–90% SOC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5943600" cy="5303520"/>
          </a:xfrm>
          <a:prstGeom prst="roundRect">
            <a:avLst>
              <a:gd name="adj" fmla="val 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25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Device Distribution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35240" y="16916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52560" y="16916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69880" y="16916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3524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5256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698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5256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46988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5256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46988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657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35240" y="3657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52560" y="3657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469880" y="3657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3524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525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46988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4754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35240" y="4754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52560" y="4754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469880" y="4754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5257800"/>
            <a:ext cx="55778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5303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35240" y="5303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52560" y="5303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469880" y="5303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54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every major capability — from real-time dashboard to compliance export.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84048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044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39044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384048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39044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48056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44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448056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4544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&amp; Audit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448056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544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4114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DASHBOARD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operator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dark-themed, real-time operations dashboard providing a complete picture of the refinery gas environment at a glance.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261872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1168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4505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0" y="1920240"/>
            <a:ext cx="1261872" cy="9144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01168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505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17520" y="1920240"/>
            <a:ext cx="1261872" cy="9144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01168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7520" y="24505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Battery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1920240"/>
            <a:ext cx="1261872" cy="91440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01168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0" y="245059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45536"/>
            <a:ext cx="5157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383280"/>
            <a:ext cx="5157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Refinery Unit scopes ALL KPI cards, gas trend charts, device list, and analytics to that unit. Sidebar alert badge always shows global count.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234440"/>
            <a:ext cx="5943600" cy="5257800"/>
          </a:xfrm>
          <a:prstGeom prst="roundRect">
            <a:avLst>
              <a:gd name="adj" fmla="val 2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Tabs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737360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7830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Overview — KPIs, gas trend, RU health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267712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31343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Devices — full fleet table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2798064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84378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Unit Layout — topology diagram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328416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37413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Map View — 3D Mapbox satellite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858768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90448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Alerts — live alert panel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4348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Events — audit log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4919472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96519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Analytics — trend &amp; heatmap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5449824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54955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Settings — thresholds &amp; config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MONITORING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gas concentration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submits PPM readings continuously. The overview chart displays one line per sensor over a rolling 24-hour window — concentration trends visible at a glance.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— 50 ppm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logged. Operator notified.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80 ppm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694176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Profiles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931920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(55%): 8–36 ppm baseline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4169664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(25%): 38–60 ppm during working hours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4407408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Spiking (20%): 62–92 ppm at peak hours (09:00, 14:00, 20:00)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791456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Deduplication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5029200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window: repeated breach events from the same sensor are suppressed to prevent alert flooding.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234440"/>
            <a:ext cx="5943600" cy="5257800"/>
          </a:xfrm>
          <a:prstGeom prst="roundRect">
            <a:avLst>
              <a:gd name="adj" fmla="val 208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Gas Trend — All Sensors (ppm)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chart: one colored line per sensor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hourly PPM over 24 hours with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(amber dashed) and critical (red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dashed) reference lines at 50 and 80 ppm]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MAP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satellite 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486400" cy="5166360"/>
          </a:xfrm>
          <a:prstGeom prst="roundRect">
            <a:avLst>
              <a:gd name="adj" fmla="val 2124"/>
            </a:avLst>
          </a:prstGeom>
          <a:solidFill>
            <a:srgbClr val="0D1A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3D Satellite View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device pins — green (normal), amber (warning), red (critical), blue (gateway).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pin for device details. Drag to reposition. Toggle between 2D and 3D perspective.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280160"/>
            <a:ext cx="5943600" cy="41148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9632" y="1408176"/>
            <a:ext cx="561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Capabilities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Mapbox GL satellite terrain in 3D perspective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2240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2D / 3D toggle for operational preference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6974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Color-coded pins: green (OK), amber (warning), red (critical)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31546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Click any pin to see device name, RU, PPM, health 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Drag to reposition device location (persisted to DB)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3977640"/>
            <a:ext cx="5943600" cy="41148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4105656"/>
            <a:ext cx="561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Color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480560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4622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Normal (PPM below warning)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490118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8828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— Warning (≥50 ppm)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5321808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5303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Critical (≥80 ppm)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5742432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57241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Gateway node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DEVICES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fleet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table view of all 57 devices — sensors, cluster heads, and gateways — with real-time health scores, battery metrics, and network quality grades.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5394960" cy="384048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048256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Metrics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(0–100): Composite of battery, signal, and reading recency.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Voltage, state of charge (SOC %), estimated remaining hours.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RSSI, mesh/star RSSI, hops to gateway, quality grade A–D.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PPM: Most recent gas reading per sensor node.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5394960" cy="384048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059936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0740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and filter by name, RU, or device type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Inline rename device (persisted to database)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51389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Drag device pin to update location on map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55046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Filter by type: Gateway / Cluster Head / Sensor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5943600" cy="5257800"/>
          </a:xfrm>
          <a:prstGeom prst="roundRect">
            <a:avLst>
              <a:gd name="adj" fmla="val 2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Device Table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0704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2029968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1488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RU2 Sensor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· 3.7V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0704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5577840" cy="7315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9535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RU7 Sensor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2953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0" y="2953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· 3.5V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07040" y="2953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639312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758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RU2 Gateway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37581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0" y="37581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· 12V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07040" y="3758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4443984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5628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RU5 Sensor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45628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0" y="45628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· 3.6V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07040" y="4562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ALERTS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alert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 when sensors breach thresholds or devices change status. 15-minute deduplication window prevents flood alerts from the same sensor.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29968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THRESHOLD_BREACH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23113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 ppm — immediate escalation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724912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16352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83464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43000" y="28163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THRESHOLD_BREACH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0358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 ppm — operator attention needed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529584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21024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39312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43000" y="36210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DEVICE_OFFLINE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8404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lost connection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389120"/>
            <a:ext cx="5394960" cy="384048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517136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Panel 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Filterable by severity, type, and status (active/resolved)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519379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by message, device name, or RU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554126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Displays affected device, RU, exact timestamp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88873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One-click jump to device on map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23620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Badge in sidebar always shows global unacknowledged count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1234440"/>
            <a:ext cx="5943600" cy="5257800"/>
          </a:xfrm>
          <a:prstGeom prst="roundRect">
            <a:avLst>
              <a:gd name="adj" fmla="val 208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Deduplication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sensor is continuously breaching threshold, only one event is logged per 15-minute window — keeping the alert queue actionable, not overwhelming.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deduplication, a single spiking sensor could generate hundreds of identical events per hour, burying real distinct incidents in noise.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15-minute window strikes a balance: responsive enough to catch actual new incidents, tolerant enough to filter sustained single-source events.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EVENT LOG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event log &amp;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acknowledgement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event is recorded with full context — who, what, when, where. Operators must provide a documented reason when acknowledging alerts.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5394960" cy="3264408"/>
          </a:xfrm>
          <a:prstGeom prst="roundRect">
            <a:avLst>
              <a:gd name="adj" fmla="val 280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304288"/>
            <a:ext cx="118872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32257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691640" y="2331720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194560" y="2313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RU7 Sensor 3 — 91.2 ppm exceeds CRITICAL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2026-06-06 22:13:04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3017520"/>
            <a:ext cx="1188720" cy="18288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03580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691640" y="30449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94560" y="3026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by admin@gld.com — valve adjusted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319272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2026-06-06 19:55:12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3730752"/>
            <a:ext cx="1188720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490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691640" y="375818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94560" y="3739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RU5 Sensor 1 changed status: ONLINE → OFFLINE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032504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2026-06-06 12:02:40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4443984"/>
            <a:ext cx="1188720" cy="1828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46227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691640" y="447141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94560" y="4453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admin@gld.com signed 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74573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2026-06-06 06:02:34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5943600" cy="5257800"/>
          </a:xfrm>
          <a:prstGeom prst="roundRect">
            <a:avLst>
              <a:gd name="adj" fmla="val 2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 Logged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755648"/>
            <a:ext cx="2651760" cy="320040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801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THRESHOLD_BREACH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52560" y="1755648"/>
            <a:ext cx="2651760" cy="320040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0" y="1801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DEVICE_OFFLINE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0" y="2212848"/>
            <a:ext cx="2651760" cy="320040"/>
          </a:xfrm>
          <a:prstGeom prst="roundRect">
            <a:avLst>
              <a:gd name="adj" fmla="val 28571"/>
            </a:avLst>
          </a:prstGeom>
          <a:solidFill>
            <a:srgbClr val="0284C7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DEVICE_ONLINE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052560" y="2212848"/>
            <a:ext cx="2651760" cy="32004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LOGOUT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2670048"/>
            <a:ext cx="2651760" cy="320040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2715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Workflow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35204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unacknowledged events can be acked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394106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Mandatory operator note (required field)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43616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ACK event auto-created in the log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478231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Record shows: who acked, when, and their note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5349240"/>
            <a:ext cx="5943600" cy="594360"/>
          </a:xfrm>
          <a:prstGeom prst="roundRect">
            <a:avLst>
              <a:gd name="adj" fmla="val 184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5477256"/>
            <a:ext cx="561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messages, RU, and operator email. Filter by event type, severity, and acknowledgement status.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REPORTING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 export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the full event log — designed to satisfy audit requirements, regulatory inspections, and root cause analysis (RCA) workflows.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5577840" cy="201168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Machine-readable. All columns: timestamp, type, severity, RU, message, ack status, operator note. Compatible with Excel, Python, 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577840" cy="201168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audit report with summary stats, event type breakdown, full event table, and RESTRICTED footer. Printable and archiveable.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Contents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526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 scope: all events or filtered view (by RU, type, ack status)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8828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Header: operator email, site (RU), generation timestamp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52395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Summary stats: total events, unacknowledged count, event type breakdown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55961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event table with all fields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595274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footer: "RESTRICTED — AUDIT USE ONLY"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452628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572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Audit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452628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4572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RCA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502920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5074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Inspection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502920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5074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55321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5577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ANALYTICS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analytics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historical analytics built from real sensor data. 24H / 7D toggle switches all charts simultaneously. Responds to the active RU filter.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29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Trend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2257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PPM area chart with warning and critical reference lines. Shows concentration pattern over time.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9202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029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32257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threshold violations per period. Highlights peak incident hours or days.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3375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472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Comparison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3989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— avg PPM and breach count per refinery unit. Identify high-risk sites.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63240" y="33375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4472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73989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Hour-of-day × RU grid. Spot peak risk windows — when and where gas levels are highest.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8646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Risky Sensors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515721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 by avg PPM. Direct list of devices requiring attention or inspection.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63240" y="47548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48646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515721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 counts, battery distribution bars, network quality grade tiles (A/B/C/D).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621792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6345936"/>
            <a:ext cx="5157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/ 7D Toggle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6583680"/>
            <a:ext cx="5157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Refetches data from backend — trend charts, breach counts, RU comparison, and top sensors all update. Heatmap always uses 7-day window for pattern detection.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5943600" cy="5257800"/>
          </a:xfrm>
          <a:prstGeom prst="roundRect">
            <a:avLst>
              <a:gd name="adj" fmla="val 2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Hour-of-Day × RU Heatmap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shows average PPM for that hour across 7 days. Blue = low, amber = warning zone, red = critical.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331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0" y="2350008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4304" y="2350008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2350008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45552" y="2350008"/>
            <a:ext cx="365760" cy="329184"/>
          </a:xfrm>
          <a:prstGeom prst="rect">
            <a:avLst/>
          </a:prstGeom>
          <a:solidFill>
            <a:srgbClr val="38BDF8">
              <a:alpha val="19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6176" y="2350008"/>
            <a:ext cx="365760" cy="329184"/>
          </a:xfrm>
          <a:prstGeom prst="rect">
            <a:avLst/>
          </a:prstGeom>
          <a:solidFill>
            <a:srgbClr val="38BDF8">
              <a:alpha val="44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2350008"/>
            <a:ext cx="365760" cy="32918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07424" y="2350008"/>
            <a:ext cx="365760" cy="32918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28048" y="2350008"/>
            <a:ext cx="365760" cy="329184"/>
          </a:xfrm>
          <a:prstGeom prst="rect">
            <a:avLst/>
          </a:prstGeom>
          <a:solidFill>
            <a:srgbClr val="EF4444">
              <a:alpha val="8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48672" y="2350008"/>
            <a:ext cx="365760" cy="32918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69296" y="2350008"/>
            <a:ext cx="365760" cy="329184"/>
          </a:xfrm>
          <a:prstGeom prst="rect">
            <a:avLst/>
          </a:prstGeom>
          <a:solidFill>
            <a:srgbClr val="38BDF8">
              <a:alpha val="4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89920" y="2350008"/>
            <a:ext cx="365760" cy="32918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10544" y="2350008"/>
            <a:ext cx="365760" cy="329184"/>
          </a:xfrm>
          <a:prstGeom prst="rect">
            <a:avLst/>
          </a:prstGeom>
          <a:solidFill>
            <a:srgbClr val="38BDF8">
              <a:alpha val="4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8072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83680" y="2825496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04304" y="2825496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24928" y="2825496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45552" y="2825496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66176" y="2825496"/>
            <a:ext cx="365760" cy="329184"/>
          </a:xfrm>
          <a:prstGeom prst="rect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2825496"/>
            <a:ext cx="365760" cy="329184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07424" y="2825496"/>
            <a:ext cx="365760" cy="329184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28048" y="2825496"/>
            <a:ext cx="365760" cy="329184"/>
          </a:xfrm>
          <a:prstGeom prst="rect">
            <a:avLst/>
          </a:prstGeom>
          <a:solidFill>
            <a:srgbClr val="38BDF8">
              <a:alpha val="44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48672" y="2825496"/>
            <a:ext cx="365760" cy="329184"/>
          </a:xfrm>
          <a:prstGeom prst="rect">
            <a:avLst/>
          </a:prstGeom>
          <a:solidFill>
            <a:srgbClr val="38BDF8">
              <a:alpha val="2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69296" y="2825496"/>
            <a:ext cx="365760" cy="329184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89920" y="2825496"/>
            <a:ext cx="365760" cy="329184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10544" y="2825496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328269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83680" y="3300984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04304" y="3300984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24928" y="3300984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45552" y="3300984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66176" y="3300984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3300984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07424" y="3300984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28048" y="3300984"/>
            <a:ext cx="365760" cy="329184"/>
          </a:xfrm>
          <a:prstGeom prst="rect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48672" y="3300984"/>
            <a:ext cx="365760" cy="329184"/>
          </a:xfrm>
          <a:prstGeom prst="rect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69296" y="3300984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89920" y="3300984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210544" y="3300984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37581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RU5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583680" y="3776472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04304" y="3776472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24928" y="3776472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45552" y="3776472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66176" y="3776472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86800" y="3776472"/>
            <a:ext cx="365760" cy="329184"/>
          </a:xfrm>
          <a:prstGeom prst="rect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07424" y="3776472"/>
            <a:ext cx="365760" cy="329184"/>
          </a:xfrm>
          <a:prstGeom prst="rect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28048" y="3776472"/>
            <a:ext cx="365760" cy="329184"/>
          </a:xfrm>
          <a:prstGeom prst="rect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48672" y="3776472"/>
            <a:ext cx="365760" cy="329184"/>
          </a:xfrm>
          <a:prstGeom prst="rect">
            <a:avLst/>
          </a:prstGeom>
          <a:solidFill>
            <a:srgbClr val="38BDF8">
              <a:alpha val="19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69296" y="3776472"/>
            <a:ext cx="365760" cy="329184"/>
          </a:xfrm>
          <a:prstGeom prst="rect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789920" y="3776472"/>
            <a:ext cx="365760" cy="329184"/>
          </a:xfrm>
          <a:prstGeom prst="rect">
            <a:avLst/>
          </a:prstGeom>
          <a:solidFill>
            <a:srgbClr val="38BDF8">
              <a:alpha val="19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210544" y="3776472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17920" y="42336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RU6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583680" y="4251960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04304" y="4251960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24928" y="4251960"/>
            <a:ext cx="365760" cy="329184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45552" y="4251960"/>
            <a:ext cx="365760" cy="329184"/>
          </a:xfrm>
          <a:prstGeom prst="rect">
            <a:avLst/>
          </a:prstGeom>
          <a:solidFill>
            <a:srgbClr val="38BDF8">
              <a:alpha val="19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66176" y="4251960"/>
            <a:ext cx="365760" cy="329184"/>
          </a:xfrm>
          <a:prstGeom prst="rect">
            <a:avLst/>
          </a:prstGeom>
          <a:solidFill>
            <a:srgbClr val="38BDF8">
              <a:alpha val="31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686800" y="4251960"/>
            <a:ext cx="365760" cy="329184"/>
          </a:xfrm>
          <a:prstGeom prst="rect">
            <a:avLst/>
          </a:prstGeom>
          <a:solidFill>
            <a:srgbClr val="38BDF8">
              <a:alpha val="3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07424" y="4251960"/>
            <a:ext cx="365760" cy="329184"/>
          </a:xfrm>
          <a:prstGeom prst="rect">
            <a:avLst/>
          </a:prstGeom>
          <a:solidFill>
            <a:srgbClr val="38BDF8">
              <a:alpha val="37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528048" y="4251960"/>
            <a:ext cx="365760" cy="32918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948672" y="4251960"/>
            <a:ext cx="365760" cy="329184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369296" y="4251960"/>
            <a:ext cx="365760" cy="329184"/>
          </a:xfrm>
          <a:prstGeom prst="rect">
            <a:avLst/>
          </a:prstGeom>
          <a:solidFill>
            <a:srgbClr val="38BDF8">
              <a:alpha val="3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789920" y="4251960"/>
            <a:ext cx="365760" cy="329184"/>
          </a:xfrm>
          <a:prstGeom prst="rect">
            <a:avLst/>
          </a:prstGeom>
          <a:solidFill>
            <a:srgbClr val="38BDF8">
              <a:alpha val="44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210544" y="4251960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0" y="47091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RU7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583680" y="4727448"/>
            <a:ext cx="365760" cy="329184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04304" y="4727448"/>
            <a:ext cx="365760" cy="329184"/>
          </a:xfrm>
          <a:prstGeom prst="rect">
            <a:avLst/>
          </a:prstGeom>
          <a:solidFill>
            <a:srgbClr val="38BDF8">
              <a:alpha val="14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24928" y="4727448"/>
            <a:ext cx="36576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845552" y="4727448"/>
            <a:ext cx="365760" cy="329184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66176" y="4727448"/>
            <a:ext cx="365760" cy="329184"/>
          </a:xfrm>
          <a:prstGeom prst="rect">
            <a:avLst/>
          </a:prstGeom>
          <a:solidFill>
            <a:srgbClr val="F59E0B">
              <a:alpha val="69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686800" y="4727448"/>
            <a:ext cx="365760" cy="32918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07424" y="4727448"/>
            <a:ext cx="365760" cy="329184"/>
          </a:xfrm>
          <a:prstGeom prst="rect">
            <a:avLst/>
          </a:prstGeom>
          <a:solidFill>
            <a:srgbClr val="F59E0B">
              <a:alpha val="7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528048" y="4727448"/>
            <a:ext cx="365760" cy="329184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48672" y="4727448"/>
            <a:ext cx="365760" cy="32918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369296" y="4727448"/>
            <a:ext cx="365760" cy="329184"/>
          </a:xfrm>
          <a:prstGeom prst="rect">
            <a:avLst/>
          </a:prstGeom>
          <a:solidFill>
            <a:srgbClr val="F59E0B">
              <a:alpha val="62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789920" y="4727448"/>
            <a:ext cx="365760" cy="329184"/>
          </a:xfrm>
          <a:prstGeom prst="rect">
            <a:avLst/>
          </a:prstGeom>
          <a:solidFill>
            <a:srgbClr val="F59E0B">
              <a:alpha val="81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210544" y="4727448"/>
            <a:ext cx="365760" cy="329184"/>
          </a:xfrm>
          <a:prstGeom prst="rect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MULTI-SITE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refinery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refinery units — RU2 through RU7 — each with their own sensor density and risk profile. Switch between ALL-site and per-unit views in a single click.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1305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487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sensors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7157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density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19659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1305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0280" y="2487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sensors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27157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avg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19659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1305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2487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0" y="27157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range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93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sensors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events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40280" y="34290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3593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40280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sensors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40280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gateways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06240" y="34290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3593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06240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breaches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1234440"/>
            <a:ext cx="5760720" cy="5257800"/>
          </a:xfrm>
          <a:prstGeom prst="roundRect">
            <a:avLst>
              <a:gd name="adj" fmla="val 2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responds to RU selection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178308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 cards (devices, online %, battery, alerts)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25856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Overview gas trend line chart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273405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Refinery Unit Health panel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320954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 by Device Type panel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68503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Device table and map pins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416052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 log query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463600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 (trend, top sensors, fleet health)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5349240"/>
            <a:ext cx="5760720" cy="594360"/>
          </a:xfrm>
          <a:prstGeom prst="roundRect">
            <a:avLst>
              <a:gd name="adj" fmla="val 184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5477256"/>
            <a:ext cx="5431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alert badge in the sidebar always shows the count across ALL sites — critical alerts are never missed even when viewing a specific unit.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54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flow, security model, deployment configuration, and the technology stack in detail.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0" y="4114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— DATA FLOW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MQ-series · 20s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0" y="1737360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40280" y="13258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028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19659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topology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77640" y="1737360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13258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19659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root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0" y="1737360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13258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19659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· 4000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09560" y="1737360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8160" y="13258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3816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Prisma/SQLite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19659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query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875520" y="1737360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04120" y="13258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13898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0412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UI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04120" y="19659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· 3000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743200"/>
            <a:ext cx="3794760" cy="374904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80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246120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PPM reading stored in Prisma/SQLite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72160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Threshold check → EventLog entry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19709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15-minute deduplication for breach events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67258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Device status change → OFFLINE/ONLINE event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51960" y="2743200"/>
            <a:ext cx="3794760" cy="374904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2880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Polling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34840" y="3246120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Next.js polls GraphQL every 20 seconds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34840" y="372160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Devices, stats, sensor timeline fetched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34840" y="419709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State diffed — device status change triggers event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34840" y="467258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Event log and analytics fetched on-demand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29600" y="2743200"/>
            <a:ext cx="3794760" cy="374904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2880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Schema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2480" y="3246120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Code-first with @nestjs/graphql decorators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372160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Queries: devices, stats, eventLogs, analytics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12480" y="419709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Mutations: login, createEventLog, acknowledgeEvent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12480" y="467258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Type-safe end-to-end with graphql-request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— STACK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794760" cy="274320"/>
          </a:xfrm>
          <a:prstGeom prst="roundRect">
            <a:avLst>
              <a:gd name="adj" fmla="val 33333"/>
            </a:avLst>
          </a:prstGeom>
          <a:solidFill>
            <a:srgbClr val="BFDB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3794760" cy="4937760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Next.js 15 — App Router, React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TypeScript — strict end-to-end types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Recharts — AreaChart, BarChart, LineChart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Mapbox GL — react-map-gl, 3D satellite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graphql-request — lightweight GQL client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Lucide React — icon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2578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DM Sans + Geist Mono — typography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51960" y="1234440"/>
            <a:ext cx="3794760" cy="274320"/>
          </a:xfrm>
          <a:prstGeom prst="roundRect">
            <a:avLst>
              <a:gd name="adj" fmla="val 33333"/>
            </a:avLst>
          </a:prstGeom>
          <a:solidFill>
            <a:srgbClr val="BFDB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26187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51960" y="1554480"/>
            <a:ext cx="3794760" cy="4937760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691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NestJS — modular Node.js framework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22860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GraphQL — code-first with decorators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8803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Prisma ORM — type-safe DB client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34747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SQLite — zero-config, upgradeable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4840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class-validator — input validation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46634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TypeScript — strict mode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1234440"/>
            <a:ext cx="3794760" cy="274320"/>
          </a:xfrm>
          <a:prstGeom prst="roundRect">
            <a:avLst>
              <a:gd name="adj" fmla="val 33333"/>
            </a:avLst>
          </a:prstGeom>
          <a:solidFill>
            <a:srgbClr val="BFDB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26187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29600" y="1554480"/>
            <a:ext cx="3794760" cy="4937760"/>
          </a:xfrm>
          <a:prstGeom prst="roundRect">
            <a:avLst>
              <a:gd name="adj" fmla="val 2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1691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Monorepo — apps/backend + apps/frontend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22860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npm workspaces — shared dependencies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28803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npm-run-all — parallel dev start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34747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Prisma CLI — schema migrations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0690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Seed script — 28 sensors × 7 days demo data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Port 3000 (UI) · Port 4000 (API)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— SECURITY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RUs. Manage users, configure thresholds, view all events across all sites.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700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their assigned RU. View devices, acknowledge events, export reports for their unit only.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566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931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Max 5 login attempts per account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343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15-minute lockout window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In-memory rate limit map per email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5943600" cy="5257800"/>
          </a:xfrm>
          <a:prstGeom prst="roundRect">
            <a:avLst>
              <a:gd name="adj" fmla="val 2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73736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login/logout recorded with timestamp and operator email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221284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alert acknowledgements stored with mandatory operator note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2688336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Device state changes automatically logged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163824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chain from first detection → acknowledgement → resolution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406908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GraphQL input validation via class-validator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452628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Prisma type-safe queries — no raw SQL injection risk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498348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Acknowledgement notes validated non-empty before save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5440680"/>
            <a:ext cx="5943600" cy="594360"/>
          </a:xfrm>
          <a:prstGeom prst="roundRect">
            <a:avLst>
              <a:gd name="adj" fmla="val 184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5568696"/>
            <a:ext cx="5614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mode: passwordless login for demonstration. Production mode adds bcrypt password hashing and session management.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METRICS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UNITS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5256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/ 7 DAYS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83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7432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INTERVAL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32004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383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0040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DEDUP WINDOW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2004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383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2648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 LOGGED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52560" y="32004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3383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05256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 (CSV+PDF)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201168"/>
          </a:xfrm>
          <a:prstGeom prst="roundRect">
            <a:avLst>
              <a:gd name="adj" fmla="val 54545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50292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9961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179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17320" y="149961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Real device SDK integration (MQTT / LoRaWAN)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OTA firmware update distribution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Calibration record management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9961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5179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69480" y="149961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Notifications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React Native mobile app for field operators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243230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Push notifications for critical alerts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9360" y="29443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Offline-capable sensor readings cache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6849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867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17320" y="39684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Predictive Safety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ML anomaly detection — pre-threshold patterns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9011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Predictive maintenance from battery decay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54132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Cross-site correlation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84048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96849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9867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69480" y="39684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Compliance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389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PostgreSQL + cloud deployment (AWS / GCP)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49011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HSE / ATEX compliance framework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54132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Multi-tenant SaaS with billing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3246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GASGUARD v2.1 — Intelligent Gas Leak Detection &amp; Monitoring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0" y="40233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4133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0" y="4352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ravellerhaven@gmail.com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40233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4133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63440" y="4352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40233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4133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API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80960" y="4352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localhost:4000/graphql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544068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5477256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GraphQL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69080" y="544068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5477256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544068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5477256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3D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366760" y="544068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5477256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SQLite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0" y="640080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  ·  GASGUARD v2.1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2026-06-06T17:22:12Z</dcterms:created>
  <dcterms:modified xsi:type="dcterms:W3CDTF">2026-06-06T17:22:12Z</dcterms:modified>
</cp:coreProperties>
</file>